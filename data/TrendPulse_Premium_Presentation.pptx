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TrendPulse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What's Actually Trending Right Now</a:t>
            </a:r>
          </a:p>
          <a:p>
            <a:r>
              <a:t>Gaurav Adarkar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Understanding real-time trends is difficult</a:t>
            </a:r>
          </a:p>
          <a:p>
            <a:pPr/>
            <a:r>
              <a:t>Data is scattered across platforms</a:t>
            </a:r>
          </a:p>
          <a:p>
            <a:pPr/>
            <a:r>
              <a:t>Need structured insights from raw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Built a Python-based data pipeline</a:t>
            </a:r>
          </a:p>
          <a:p>
            <a:pPr/>
            <a:r>
              <a:t>Fetched real-time data from Reddit</a:t>
            </a:r>
          </a:p>
          <a:p>
            <a:pPr/>
            <a:r>
              <a:t>Processed and visualized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Python</a:t>
            </a:r>
          </a:p>
          <a:p>
            <a:pPr/>
            <a:r>
              <a:t>Requests (API calls)</a:t>
            </a:r>
          </a:p>
          <a:p>
            <a:pPr/>
            <a:r>
              <a:t>Pandas (Data cleaning)</a:t>
            </a:r>
          </a:p>
          <a:p>
            <a:pPr/>
            <a:r>
              <a:t>NumPy (Analysis)</a:t>
            </a:r>
          </a:p>
          <a:p>
            <a:pPr/>
            <a:r>
              <a:t>Matplotlib (Visualization)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Reddit API → JSON → CSV → Analysis →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Data Fetching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Used Reddit API endpoint</a:t>
            </a:r>
          </a:p>
          <a:p>
            <a:pPr/>
            <a:r>
              <a:t>Extracted title, score, author, comments</a:t>
            </a:r>
          </a:p>
          <a:p>
            <a:pPr/>
            <a:r>
              <a:t>Stored structured data in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Loaded JSON into Pandas DataFrame</a:t>
            </a:r>
          </a:p>
          <a:p>
            <a:pPr/>
            <a:r>
              <a:t>Removed null values</a:t>
            </a:r>
          </a:p>
          <a:p>
            <a:pPr/>
            <a:r>
              <a:t>Filtered meaningful records</a:t>
            </a:r>
          </a:p>
          <a:p>
            <a:pPr/>
            <a:r>
              <a:t>Saved cleaned data as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3: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Calculated average score</a:t>
            </a:r>
          </a:p>
          <a:p>
            <a:pPr/>
            <a:r>
              <a:t>Identified top-performing posts</a:t>
            </a:r>
          </a:p>
          <a:p>
            <a:pPr/>
            <a:r>
              <a:t>Analyzed engagement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4: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Bar chart for top posts</a:t>
            </a:r>
          </a:p>
          <a:p>
            <a:pPr/>
            <a:r>
              <a:t>Histogram for score distribution</a:t>
            </a:r>
          </a:p>
          <a:p>
            <a:pPr/>
            <a:r>
              <a:t>Insights through visual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High-score posts get more comments</a:t>
            </a:r>
          </a:p>
          <a:p>
            <a:pPr/>
            <a:r>
              <a:t>Trending topics vary dynamically</a:t>
            </a:r>
          </a:p>
          <a:p>
            <a:pPr/>
            <a:r>
              <a:t>Data-driven insights improve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Handled file path issues</a:t>
            </a:r>
          </a:p>
          <a:p>
            <a:pPr/>
            <a:r>
              <a:t>Understood API response structure</a:t>
            </a:r>
          </a:p>
          <a:p>
            <a:pPr/>
            <a:r>
              <a:t>Learned data pipeline workflow</a:t>
            </a:r>
          </a:p>
          <a:p>
            <a:pPr/>
            <a:r>
              <a:t>Improved debugging skills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Successfully built an end-to-end pipeline</a:t>
            </a:r>
          </a:p>
          <a:p>
            <a:pPr/>
            <a:r>
              <a:t>Gained hands-on experience in data analysis</a:t>
            </a:r>
          </a:p>
          <a:p>
            <a:pPr/>
            <a:r>
              <a:t>Ready for real-world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